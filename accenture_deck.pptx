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BNPL Adoption by Age Group – Everqlo E-Commerce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b="1" sz="2000">
                <a:solidFill>
                  <a:srgbClr val="003366"/>
                </a:solidFill>
              </a:defRPr>
            </a:pPr>
            <a:r>
              <a:t>Gen Z &amp; Young Millennials (18–27) drive BNPL growth — accounting for over 65% of BNPL transactions.</a:t>
            </a:r>
          </a:p>
          <a:p>
            <a:pPr algn="l">
              <a:defRPr sz="1200">
                <a:solidFill>
                  <a:srgbClr val="505050"/>
                </a:solidFill>
              </a:defRPr>
            </a:pPr>
            <a:r>
              <a:t>Younger demographics demonstrate significantly higher BNPL adoption, reflecting digital-native purchasing behavior.</a:t>
            </a:r>
          </a:p>
        </p:txBody>
      </p:sp>
      <p:pic>
        <p:nvPicPr>
          <p:cNvPr id="5" name="Picture 4" descr="BNPL_Share_By_Age_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60320"/>
            <a:ext cx="438912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94960" y="256032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>
                <a:solidFill>
                  <a:srgbClr val="004C99"/>
                </a:solidFill>
              </a:defRPr>
            </a:pPr>
            <a:r>
              <a:t>Supporting Insights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• BNPL usage declines steadily after age 30 — indicating older groups still prefer cards or cash.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• 18–27 consumers show a strong preference for BNPL due to flexibility and limited credit history.</a:t>
            </a:r>
          </a:p>
          <a:p>
            <a:pPr algn="l">
              <a:defRPr sz="1200">
                <a:solidFill>
                  <a:srgbClr val="3C3C3C"/>
                </a:solidFill>
              </a:defRPr>
            </a:pPr>
            <a:r>
              <a:t>• Targeting young consumers with exclusive BNPL offers can enhance digital conversions by 15–20%.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646464"/>
                </a:solidFill>
              </a:defRPr>
            </a:pPr>
            <a:r>
              <a:t>Source: Everqlo BNPL Transaction Data (Ages 18–50) | Visualization by Aaryan Goswami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